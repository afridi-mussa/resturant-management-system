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280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BistroSaaS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C3E50"/>
                </a:solidFill>
              </a:rPr>
              <a:t>Restaurant Management &amp; Online Ordering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Group 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Mussa Afridi - Backend &amp; Deployment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[ Member 2 - role ]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[ Member 3 - role ]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[ Member 4 - role ]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Course: ____________    Instructor: 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 full-stack web application for restaurant ordering &amp; management.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Built with the Django web framework (Python).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Customers browse a menu, place orders, and track status.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Admins manage the menu and confirm orders.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Modern, responsive UI using Bootstrap 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Manual, paper-based order taking causes errors.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No central searchable menu or order records.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Customers cannot view the menu or order online.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Hard to track live order status.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Menu/price/availability updates are slow.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Secure registration &amp; login (Customer / Admin roles).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Browse menu with search, filter &amp; pagination.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Online order placement + order history.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 CRUD on menu items with image uploads.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Order confirmation workflow with notifications.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REST API for menu data + responsive 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Tools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Python 3 + Django 6.0.5 (MVT framework).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Django REST Framework (JSON API).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SQLite database.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Bootstrap 5 + HTML (frontend).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Pillow (image uploads).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Git &amp; GitHub, deployed on PythonAnywhere.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System Architecture (MVT)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Model (models.py) - database tables.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View (views.py) - page logic (FBV + CBV).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Template (HTML) - Bootstrap pages shown to user.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URLs (urls.py) - map addresses to views.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Flow: URL -&gt; View -&gt; Model (data) -&gt; Template -&gt; Browser.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Guest - browse menu &amp; read API only.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Customer - place orders, view history, edit profile.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 (superuser) - full menu &amp; order management + Django admin.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 sign-up is protected by a secret key.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583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4 main tables + Django User.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User 1-1 CustomerProfile.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User 1-M Order.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Category 1-M MenuItem.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Order M-N MenuItem.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480560" cy="30352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Features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Authentication with two roles.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Menu browsing: search, filter, pagination.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Menu CRUD with image uploads (admin).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Online ordering with live total.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Order confirmation &amp; notifications.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User profiles + REST API.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Authentication &amp;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Register, Login, Logout (Django auth).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Role dropdown: Customer (default) or Admin.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 requires Secret Key (admin123).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Profile auto-created for every user (signal).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Menu Management (CRUD)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Admins add / edit / delete menu items.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Image upload for each dish (Pillow).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Items grouped by category.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Class-Based Views + access control (admin only).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Search, Filter &amp; Pagination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Search dishes by name or description (?q=).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Filter by category buttons (?category=).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6 items per page with Previous/Next controls.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Implemented in MenuListView.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Order Placement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Customer selects items with checkboxes.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Live JavaScript total updates instantly.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Server recomputes the real total on submit.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Order saved with status = Pending.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Order Confirmation &amp; Notifications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 updates status: Pending -&gt; Preparing -&gt; Completed / Cancelled.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Customer gets a red notification badge.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Updated orders highlighted on 'My Orders'.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Badge clears when the customer views orders.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User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Edit first name, last name, email.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Edit phone, address, profile picture.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Change password (new + confirm).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Accessible from the navbar profile dropdown.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REST API (Bonus)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Built with Django REST Framework.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GET /api/menu/ - list all items as JSON.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GET /api/menu/&lt;id&gt;/ - single item.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Browsable API in the browser.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Permission: read for all, write for logged-in users.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Django Admin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Manage Users, Categories, Menu Items, Orders.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Search, filters, and inline editing.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Custom red 'Cancel' button on all forms.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Admins cannot see/delete their own account.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Version Control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Source code hosted on GitHub.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Live deployment on PythonAnywhere.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Steps: clone -&gt; venv -&gt; install -&gt; migrate -&gt; configure web app.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Live URL: mussa.pythonanywhere.com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A complete full-stack Django application.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Covers DB design, auth, CRUD, API, and deployment.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Hands-on experience with real-world web development.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C3E50"/>
                </a:solidFill>
              </a:rPr>
              <a:t>Future: online payments, email alerts, reviews.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980B9"/>
                </a:solidFill>
              </a:rPr>
              <a:t>Thank You!  (Live demonstration to follow)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